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6000000" cy="1000000"/>
          </a:xfrm>
        </p:spPr>
        <p:txBody>
          <a:bodyPr wrap="square" rtlCol="0"/>
          <a:lstStyle/>
          <a:p>
            <a:r>
              <a:rPr b="1"/>
              <a:t>第一页标题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600000"/>
            <a:ext cx="6000000" cy="800000"/>
          </a:xfrm>
        </p:spPr>
        <p:txBody>
          <a:bodyPr wrap="square" rtlCol="0"/>
          <a:lstStyle/>
          <a:p>
            <a:r>
              <a:rPr/>
              <a:t>待改标题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6000000" cy="1000000"/>
          </a:xfrm>
        </p:spPr>
        <p:txBody>
          <a:bodyPr wrap="square" rtlCol="0"/>
          <a:lstStyle/>
          <a:p>
            <a:r>
              <a:rPr b="1"/>
              <a:t/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600000"/>
            <a:ext cx="6000000" cy="800000"/>
          </a:xfrm>
        </p:spPr>
        <p:txBody>
          <a:bodyPr wrap="square" rtlCol="0"/>
          <a:lstStyle/>
          <a:p>
            <a:r>
              <a:rPr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