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3BAF479D-09D2-4E4C-9F71-800559FBD8E4}"/>
              </a:ext>
            </a:extLst>
          </p:cNvPr>
          <p:cNvSpPr txBox="1"/>
          <p:nvPr/>
        </p:nvSpPr>
        <p:spPr>
          <a:xfrm>
            <a:off x="571500" y="571500"/>
            <a:ext cx="8001000" cy="4000500"/>
          </a:xfrm>
          <a:prstGeom prst="rect">
            <a:avLst/>
          </a:prstGeom>
          <a:noFill/>
          <a:ln w="15875">
            <a:solidFill>
              <a:srgbClr val="D4A94E"/>
            </a:solidFill>
          </a:ln>
        </p:spPr>
        <p:txBody>
          <a:bodyPr/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Jointslides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