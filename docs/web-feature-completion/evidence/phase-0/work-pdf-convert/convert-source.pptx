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7772400" cy="100584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3EFE1258-2631-46D6-871A-4BCF7C3FCEA5}"/>
              </a:ext>
            </a:extLst>
          </p:cNvPr>
          <p:cNvSpPr txBox="1"/>
          <p:nvPr/>
        </p:nvSpPr>
        <p:spPr>
          <a:xfrm>
            <a:off x="940613" y="689763"/>
            <a:ext cx="1300175" cy="291388"/>
          </a:xfrm>
        </p:spPr>
        <p:txBody>
          <a:bodyPr wrap="square" rtlCol="0" lIns="0" tIns="0" rIns="0" bIns="0" anchor="t"/>
          <a:lstStyle/>
          <a:p>
            <a:pPr>
              <a:lnSpc>
                <a:spcPts val="2294"/>
              </a:lnSpc>
            </a:pPr>
            <a:r>
              <a:rPr sz="2400">
                <a:solidFill>
                  <a:srgbClr val="000000"/>
                </a:solidFill>
                <a:latin typeface="Chrom Sans OTF"/>
                <a:ea typeface="Chrom Sans OTF"/>
                <a:cs typeface="Chrom Sans OTF"/>
              </a:rPr>
              <a:t>PageOne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91291E9C-D122-40BB-9E75-913232BD591A}"/>
              </a:ext>
            </a:extLst>
          </p:cNvPr>
          <p:cNvSpPr txBox="1"/>
          <p:nvPr/>
        </p:nvSpPr>
        <p:spPr>
          <a:xfrm>
            <a:off x="940613" y="695554"/>
            <a:ext cx="1301394" cy="285597"/>
          </a:xfrm>
        </p:spPr>
        <p:txBody>
          <a:bodyPr wrap="square" rtlCol="0" lIns="0" tIns="0" rIns="0" bIns="0" anchor="t"/>
          <a:lstStyle/>
          <a:p>
            <a:pPr>
              <a:lnSpc>
                <a:spcPts val="2249"/>
              </a:lnSpc>
            </a:pPr>
            <a:r>
              <a:rPr sz="2400">
                <a:solidFill>
                  <a:srgbClr val="000000"/>
                </a:solidFill>
                <a:latin typeface="Chrom Sans OTF"/>
                <a:ea typeface="Chrom Sans OTF"/>
                <a:cs typeface="Chrom Sans OTF"/>
              </a:rPr>
              <a:t>PageTwo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3796D4BF-7CD5-427F-98D5-003CBB552922}"/>
              </a:ext>
            </a:extLst>
          </p:cNvPr>
          <p:cNvSpPr txBox="1"/>
          <p:nvPr/>
        </p:nvSpPr>
        <p:spPr>
          <a:xfrm>
            <a:off x="940613" y="695554"/>
            <a:ext cx="1528219" cy="285597"/>
          </a:xfrm>
        </p:spPr>
        <p:txBody>
          <a:bodyPr wrap="square" rtlCol="0" lIns="0" tIns="0" rIns="0" bIns="0" anchor="t"/>
          <a:lstStyle/>
          <a:p>
            <a:pPr>
              <a:lnSpc>
                <a:spcPts val="2249"/>
              </a:lnSpc>
            </a:pPr>
            <a:r>
              <a:rPr sz="2400">
                <a:solidFill>
                  <a:srgbClr val="000000"/>
                </a:solidFill>
                <a:latin typeface="Chrom Sans OTF"/>
                <a:ea typeface="Chrom Sans OTF"/>
                <a:cs typeface="Chrom Sans OTF"/>
              </a:rPr>
              <a:t>PageThree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43E1C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