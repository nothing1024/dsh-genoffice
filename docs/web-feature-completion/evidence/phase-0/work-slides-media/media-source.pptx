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wav" ContentType="audio/wav"/>
  <Default Extension="png" ContentType="image/png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<Relationship Id="rId3" Type="http://schemas.openxmlformats.org/officeDocument/2006/relationships/audio" Target="../media/media1.wav"/><Relationship Id="rId4" Type="http://schemas.microsoft.com/office/2007/relationships/media" Target="../media/media1.wav"/><Relationship Id="rId6" Type="http://schemas.openxmlformats.org/officeDocument/2006/relationships/hyperlink" Target="https://example.com/wfc-too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>
            <a:hlinkClick xmlns:r="http://schemas.openxmlformats.org/officeDocument/2006/relationships" r:id="rId6"/>
            <a:extLst>
              <a:ext uri="{FF2B5EF4-FFF2-40B4-BE49-F238E27FC236}">
                <a16:creationId xmlns:a16="http://schemas.microsoft.com/office/drawing/2014/main" id="{DC015598-9BD5-4E0B-93C8-CC10B329F4C4}"/>
              </a:ext>
            </a:extLst>
          </p:cNvPr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 w="15875">
            <a:solidFill>
              <a:srgbClr val="D4A94E"/>
            </a:solidFill>
          </a:ln>
        </p:spPr>
        <p:txBody>
          <a:bodyPr/>
          <a:lstStyle/>
          <a:p>
            <a:pPr algn="l"/>
            <a:r>
              <a:rPr i="0" sz="4000" b="1">
                <a:solidFill>
                  <a:srgbClr val="FFFFFF"/>
                </a:solidFill>
              </a:rPr>
              <a:t>日志验证</a:t>
            </a:r>
          </a:p>
          <a:p>
            <a:r>
              <a:rPr i="0" b="0" sz="2400">
                <a:solidFill>
                  <a:srgbClr val="D4A94E"/>
                </a:solidFill>
              </a:rPr>
              <a:t>示例演示文稿 · 商务深蓝风格封面</a:t>
            </a:r>
          </a:p>
          <a:p>
            <a:r>
              <a:rPr i="0" b="0" sz="1400">
                <a:solidFill>
                  <a:srgbClr val="7E9BB8"/>
                </a:solidFill>
              </a:rPr>
              <a:t>Sample Presentation  |  Powered by GenOffice + DSH</a:t>
            </a:r>
          </a:p>
        </p:txBody>
      </p:sp>
      <p:pic>
        <p:nvPicPr>
          <p:cNvPr id="3" name="WfcAudio">
            <a:extLst>
              <a:ext uri="{FF2B5EF4-FFF2-40B4-BE49-F238E27FC236}">
                <a16:creationId xmlns:a16="http://schemas.microsoft.com/office/drawing/2014/main" id="{2AD0A05C-92FF-4B1D-935C-C7BA10914D2D}"/>
              </a:ext>
            </a:extLst>
          </p:cNvPr>
          <p:cNvPicPr>
            <a:picLocks noChangeAspect="1"/>
          </p:cNvPicPr>
          <p:nvPr>
            <a:audioFile xmlns:r="http://schemas.openxmlformats.org/officeDocument/2006/relationships" r:link="rId3"/>
            <p:extLst>
              <p:ext uri="{DAA4B4D4-6D71-4841-9C94-3DE7FCFB9230}">
                <p14:media xmlns:p14="http://schemas.microsoft.com/office/powerpoint/2010/main" xmlns:r="http://schemas.openxmlformats.org/officeDocument/2006/relationships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828800" y="1028700"/>
            <a:ext cx="5486400" cy="3086100"/>
          </a:xfrm>
          <a:prstGeom prst="rect">
            <a:avLst/>
          </a:prstGeom>
        </p:spPr>
      </p:pic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011680" cy="231458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l"/>
            <a:r>
              <a:rPr sz="1200">
                <a:solidFill>
                  <a:srgbClr val="898989"/>
                </a:solidFill>
              </a:rPr>
              <a:t>2026-01-02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743200" y="4783455"/>
            <a:ext cx="3657600" cy="231458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ctr"/>
            <a:r>
              <a:rPr sz="1200">
                <a:solidFill>
                  <a:srgbClr val="898989"/>
                </a:solidFill>
              </a:rPr>
              <a:t>WfcToolFooter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863840" y="4783455"/>
            <a:ext cx="822960" cy="231458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EE907E5-1DFB-39CC-1F47-F2B83D6E2143}" type="slidenum">
              <a:rPr sz="1200">
                <a:solidFill>
                  <a:srgbClr val="898989"/>
                </a:solidFill>
              </a:rPr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