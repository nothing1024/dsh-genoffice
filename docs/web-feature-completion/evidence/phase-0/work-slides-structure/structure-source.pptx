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7" r:id="rId4"/>
    <p:sldId id="256" r:id="rId2"/>
  </p:sldIdLst>
  <p:sldSz cx="9144000" cy="6858000"/>
  <p:notesSz cx="6858000" cy="9144000"/>
  <p:extLst>
    <p:ext uri="{521415D9-36F7-43E2-AB2F-B90AF26B5E84}">
      <p14:sectionLst xmlns:p14="http://schemas.microsoft.com/office/powerpoint/2010/main">
        <p14:section name="WfcRenamed" id="{4814388E-7F26-4B27-BC43-CC5C2B03C7AE}">
          <p14:sldIdLst>
            <p14:sldId id="257"/>
            <p14:sldId id="256"/>
          </p14:sldIdLst>
        </p14:section>
      </p14:sectionLst>
    </p:ext>
  </p:ext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Relationship Id="rId4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0">
            <a:extLst>
              <a:ext uri="{FF2B5EF4-FFF2-40B4-BE49-F238E27FC236}">
                <a16:creationId xmlns:a16="http://schemas.microsoft.com/office/drawing/2014/main" id="{FF5C3955-1737-4BA2-B5F9-2BAF2A44F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/>
          <a:p/>
        </p:txBody>
      </p:sp>
      <p:sp>
        <p:nvSpPr>
          <p:cNvPr id="3" name="ph1">
            <a:extLst>
              <a:ext uri="{FF2B5EF4-FFF2-40B4-BE49-F238E27FC236}">
                <a16:creationId xmlns:a16="http://schemas.microsoft.com/office/drawing/2014/main" id="{1C434815-33D2-423B-9A3C-C830343D7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9"/>
            <a:ext cx="6858000" cy="1655763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1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>
            <a:extLst>
              <a:ext uri="{FF2B5EF4-FFF2-40B4-BE49-F238E27FC236}">
                <a16:creationId xmlns:a16="http://schemas.microsoft.com/office/drawing/2014/main" id="{504EBED9-46CC-42A0-BA34-5D380B970E50}"/>
              </a:ext>
            </a:extLst>
          </p:cNvPr>
          <p:cNvSpPr txBox="1"/>
          <p:nvPr/>
        </p:nvSpPr>
        <p:spPr>
          <a:xfrm>
            <a:off x="571500" y="762000"/>
            <a:ext cx="8001000" cy="5334000"/>
          </a:xfrm>
          <a:prstGeom prst="rect">
            <a:avLst/>
          </a:prstGeom>
          <a:noFill/>
          <a:ln w="15875">
            <a:solidFill>
              <a:srgbClr val="E4603E"/>
            </a:solidFill>
          </a:ln>
        </p:spPr>
        <p:txBody>
          <a:bodyPr/>
          <a:lstStyle/>
          <a:p>
            <a:pPr algn="l"/>
            <a:r>
              <a:rPr i="0" sz="4000" b="1">
                <a:solidFill>
                  <a:srgbClr val="FFFFFF"/>
                </a:solidFill>
              </a:rPr>
              <a:t>StructureTool</a:t>
            </a:r>
          </a:p>
          <a:p>
            <a:r>
              <a:rPr i="0" b="0" sz="2400">
                <a:solidFill>
                  <a:srgbClr val="E4603E"/>
                </a:solidFill>
              </a:rPr>
              <a:t>示例演示文稿 · 商务深蓝风格封面</a:t>
            </a:r>
          </a:p>
          <a:p>
            <a:r>
              <a:rPr i="0" b="0" sz="1400">
                <a:solidFill>
                  <a:srgbClr val="EC824A"/>
                </a:solidFill>
              </a:rPr>
              <a:t>Sample Presentation  |  Powered by GenOffice + DSH</a:t>
            </a:r>
          </a:p>
        </p:txBody>
      </p:sp>
      <p:sp>
        <p:nvSpPr>
          <p:cNvPr id="3" name="ph0">
            <a:extLst>
              <a:ext uri="{FF2B5EF4-FFF2-40B4-BE49-F238E27FC236}">
                <a16:creationId xmlns:a16="http://schemas.microsoft.com/office/drawing/2014/main" id="{27F938AE-E581-4D05-9A58-357886F1B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/>
          <a:p/>
        </p:txBody>
      </p:sp>
      <p:sp>
        <p:nvSpPr>
          <p:cNvPr id="4" name="ph1">
            <a:extLst>
              <a:ext uri="{FF2B5EF4-FFF2-40B4-BE49-F238E27FC236}">
                <a16:creationId xmlns:a16="http://schemas.microsoft.com/office/drawing/2014/main" id="{FE1F741B-EB91-4B95-9672-731EAE14D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9"/>
            <a:ext cx="6858000" cy="1655763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E1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>
            <a:extLst>
              <a:ext uri="{FF2B5EF4-FFF2-40B4-BE49-F238E27FC236}">
                <a16:creationId xmlns:a16="http://schemas.microsoft.com/office/drawing/2014/main" id="{7C75E294-450B-43AE-A481-5A96588FB10E}"/>
              </a:ext>
            </a:extLst>
          </p:cNvPr>
          <p:cNvSpPr txBox="1"/>
          <p:nvPr/>
        </p:nvSpPr>
        <p:spPr>
          <a:xfrm>
            <a:off x="571500" y="762000"/>
            <a:ext cx="8001000" cy="5334000"/>
          </a:xfrm>
          <a:prstGeom prst="rect">
            <a:avLst/>
          </a:prstGeom>
          <a:noFill/>
          <a:ln w="15875">
            <a:solidFill>
              <a:srgbClr val="E4603E"/>
            </a:solidFill>
          </a:ln>
        </p:spPr>
        <p:txBody>
          <a:bodyPr/>
          <a:lstStyle/>
          <a:p>
            <a:pPr algn="l"/>
            <a:r>
              <a:rPr i="0" sz="4000" b="1">
                <a:solidFill>
                  <a:srgbClr val="FFFFFF"/>
                </a:solidFill>
              </a:rPr>
              <a:t>StructureTool</a:t>
            </a:r>
          </a:p>
          <a:p>
            <a:r>
              <a:rPr i="0" b="0" sz="2400">
                <a:solidFill>
                  <a:srgbClr val="E4603E"/>
                </a:solidFill>
              </a:rPr>
              <a:t>示例演示文稿 · 商务深蓝风格封面</a:t>
            </a:r>
          </a:p>
          <a:p>
            <a:r>
              <a:rPr i="0" b="0" sz="1400">
                <a:solidFill>
                  <a:srgbClr val="EC824A"/>
                </a:solidFill>
              </a:rPr>
              <a:t>Sample Presentation  |  Powered by GenOffice + DSH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Ember">
      <a:dk1>
        <a:srgbClr val="2B1B14"/>
      </a:dk1>
      <a:lt1>
        <a:srgbClr val="FFFFFF"/>
      </a:lt1>
      <a:dk2>
        <a:srgbClr val="632B1A"/>
      </a:dk2>
      <a:lt2>
        <a:srgbClr val="F7EBE6"/>
      </a:lt2>
      <a:accent1>
        <a:srgbClr val="C43E1C"/>
      </a:accent1>
      <a:accent2>
        <a:srgbClr val="E97132"/>
      </a:accent2>
      <a:accent3>
        <a:srgbClr val="FFC000"/>
      </a:accent3>
      <a:accent4>
        <a:srgbClr val="8A3B12"/>
      </a:accent4>
      <a:accent5>
        <a:srgbClr val="D98F73"/>
      </a:accent5>
      <a:accent6>
        <a:srgbClr val="A33517"/>
      </a:accent6>
      <a:hlink>
        <a:srgbClr val="C43E1C"/>
      </a:hlink>
      <a:folHlink>
        <a:srgbClr val="954F72"/>
      </a:folHlink>
    </a:clrScheme>
    <a:fontScheme name="Office">
      <a:majorFont>
        <a:latin typeface="Trebuchet MS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