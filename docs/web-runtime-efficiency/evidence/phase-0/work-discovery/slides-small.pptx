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71500" y="571500"/>
            <a:ext cx="8001000" cy="4000500"/>
          </a:xfrm>
          <a:prstGeom prst="rect">
            <a:avLst/>
          </a:prstGeom>
          <a:noFill/>
          <a:ln w="15875">
            <a:solidFill>
              <a:srgbClr val="D4A94E"/>
            </a:solidFill>
          </a:ln>
        </p:spPr>
        <p:txBody>
          <a:bodyPr/>
          <a:lstStyle/>
          <a:p>
            <a:pPr algn="l"/>
            <a:r>
              <a:rPr i="0" sz="4000" b="1">
                <a:solidFill>
                  <a:srgbClr val="FFFFFF"/>
                </a:solidFill>
              </a:rPr>
              <a:t>日志验证</a:t>
            </a:r>
          </a:p>
          <a:p>
            <a:r>
              <a:rPr i="0" b="0" sz="2400">
                <a:solidFill>
                  <a:srgbClr val="D4A94E"/>
                </a:solidFill>
              </a:rPr>
              <a:t>示例演示文稿 · 商务深蓝风格封面</a:t>
            </a:r>
          </a:p>
          <a:p>
            <a:r>
              <a:rPr i="0" b="0" sz="1400">
                <a:solidFill>
                  <a:srgbClr val="7E9BB8"/>
                </a:solidFill>
              </a:rPr>
              <a:t>Sample Presentation  |  Powered by GenOffice + DSH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